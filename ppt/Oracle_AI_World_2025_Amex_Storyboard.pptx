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 AI World 2025 – Highlights &amp; Key Learnings for American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Prepared by: Sateesh Gullipalli</a:t>
            </a:r>
          </a:p>
          <a:p>
            <a:pPr>
              <a:defRPr sz="1800"/>
            </a:pPr>
            <a:r>
              <a:t>Duration: 60 minutes</a:t>
            </a:r>
          </a:p>
          <a:p>
            <a:pPr>
              <a:defRPr sz="1800"/>
            </a:pPr>
            <a:r>
              <a:t>Format: Business insights, architecture, adoption learnings, and next steps.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Oracle’s Vision &amp; Journey</a:t>
            </a:r>
          </a:p>
          <a:p>
            <a:pPr>
              <a:defRPr sz="1800"/>
            </a:pPr>
            <a:r>
              <a:t>2. AI Activation Framework</a:t>
            </a:r>
          </a:p>
          <a:p>
            <a:pPr>
              <a:defRPr sz="1800"/>
            </a:pPr>
            <a:r>
              <a:t>3. Fusion AI &amp; Generative AI</a:t>
            </a:r>
          </a:p>
          <a:p>
            <a:pPr>
              <a:defRPr sz="1800"/>
            </a:pPr>
            <a:r>
              <a:t>4. AI Agent Studio</a:t>
            </a:r>
          </a:p>
          <a:p>
            <a:pPr>
              <a:defRPr sz="1800"/>
            </a:pPr>
            <a:r>
              <a:t>5. Redwood &amp; Extensibility</a:t>
            </a:r>
          </a:p>
          <a:p>
            <a:pPr>
              <a:defRPr sz="1800"/>
            </a:pPr>
            <a:r>
              <a:t>6. HCM &amp; Recruiting AI</a:t>
            </a:r>
          </a:p>
          <a:p>
            <a:pPr>
              <a:defRPr sz="1800"/>
            </a:pPr>
            <a:r>
              <a:t>7. Operations Excellence</a:t>
            </a:r>
          </a:p>
          <a:p>
            <a:pPr>
              <a:defRPr sz="1800"/>
            </a:pPr>
            <a:r>
              <a:t>8. Key Takeaways &amp; Action Plan</a:t>
            </a:r>
          </a:p>
          <a:p>
            <a:pPr>
              <a:defRPr sz="1800"/>
            </a:pPr>
            <a:r>
              <a:t>9.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Oracle’s Vision: AI Built In, Not Bolted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Oracle’s message: AI is native to Fusion, not added later.</a:t>
            </a:r>
          </a:p>
          <a:p>
            <a:pPr>
              <a:defRPr sz="1800"/>
            </a:pPr>
            <a:r>
              <a:t>Embedded intelligence across ERP, HCM, SCM, CX.</a:t>
            </a:r>
          </a:p>
          <a:p>
            <a:pPr>
              <a:defRPr sz="1800"/>
            </a:pPr>
            <a:r>
              <a:t>Goal: Make every process smarter, faster, more personal.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Oracle’s AI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2001 – ML in Oracle Database</a:t>
            </a:r>
          </a:p>
          <a:p>
            <a:pPr>
              <a:defRPr sz="1800"/>
            </a:pPr>
            <a:r>
              <a:t>2017 – First AI Apps Released</a:t>
            </a:r>
          </a:p>
          <a:p>
            <a:pPr>
              <a:defRPr sz="1800"/>
            </a:pPr>
            <a:r>
              <a:t>2023 – GenAI embedded in Fusion</a:t>
            </a:r>
          </a:p>
          <a:p>
            <a:pPr>
              <a:defRPr sz="1800"/>
            </a:pPr>
            <a:r>
              <a:t>2025 – AI Agents and Agent Studio</a:t>
            </a:r>
          </a:p>
          <a:p>
            <a:pPr>
              <a:defRPr sz="1800"/>
            </a:pPr>
            <a:r>
              <a:t>Evolution: Predictive → Generative → Agentic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Oracle’s Internal AI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82K employees using AI daily.</a:t>
            </a:r>
          </a:p>
          <a:p>
            <a:pPr>
              <a:defRPr sz="1800"/>
            </a:pPr>
            <a:r>
              <a:t>150+ AI features live internally.</a:t>
            </a:r>
          </a:p>
          <a:p>
            <a:pPr>
              <a:defRPr sz="1800"/>
            </a:pPr>
            <a:r>
              <a:t>Goal-driven rollout: 100 features in 3 months.</a:t>
            </a:r>
          </a:p>
          <a:p>
            <a:pPr>
              <a:defRPr sz="1800"/>
            </a:pPr>
            <a:r>
              <a:t>Legal &amp; security integrated early.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AI Activation Framework – 6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Set bold activation goals</a:t>
            </a:r>
          </a:p>
          <a:p>
            <a:pPr>
              <a:defRPr sz="1800"/>
            </a:pPr>
            <a:r>
              <a:t>2. Partner with Legal &amp; Security</a:t>
            </a:r>
          </a:p>
          <a:p>
            <a:pPr>
              <a:defRPr sz="1800"/>
            </a:pPr>
            <a:r>
              <a:t>3. Curate RAG content</a:t>
            </a:r>
          </a:p>
          <a:p>
            <a:pPr>
              <a:defRPr sz="1800"/>
            </a:pPr>
            <a:r>
              <a:t>4. Deploy to users</a:t>
            </a:r>
          </a:p>
          <a:p>
            <a:pPr>
              <a:defRPr sz="1800"/>
            </a:pPr>
            <a:r>
              <a:t>5. Explore use cases</a:t>
            </a:r>
          </a:p>
          <a:p>
            <a:pPr>
              <a:defRPr sz="1800"/>
            </a:pPr>
            <a:r>
              <a:t>6. Fine-tune via Agent Studio.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Fusion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Fusion AI built on OCI with unified data model.</a:t>
            </a:r>
          </a:p>
          <a:p>
            <a:pPr>
              <a:defRPr sz="1800"/>
            </a:pPr>
            <a:r>
              <a:t>AI Agent Studio connects securely to ERP, HCM, SCM, CX.</a:t>
            </a:r>
          </a:p>
          <a:p>
            <a:pPr>
              <a:defRPr sz="1800"/>
            </a:pPr>
            <a:r>
              <a:t>Supports human oversight, governance,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Generative AI in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Embedded AI – Oracle delivered and updated quarterly.</a:t>
            </a:r>
          </a:p>
          <a:p>
            <a:pPr>
              <a:defRPr sz="1800"/>
            </a:pPr>
            <a:r>
              <a:t>Extensible AI – custom prompts, workflows, and LLM selection.</a:t>
            </a:r>
          </a:p>
          <a:p>
            <a:pPr>
              <a:defRPr sz="1800"/>
            </a:pPr>
            <a:r>
              <a:t>Example: goal feedback, supplier discovery, variance narratives.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 AI Agent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Design, deploy, and manage AI agents.</a:t>
            </a:r>
          </a:p>
          <a:p>
            <a:pPr>
              <a:defRPr sz="1800"/>
            </a:pPr>
            <a:r>
              <a:t>Prebuilt templates for HR, Finance, SCM.</a:t>
            </a:r>
          </a:p>
          <a:p>
            <a:pPr>
              <a:defRPr sz="1800"/>
            </a:pPr>
            <a:r>
              <a:t>Agents can answer, act, and orchestrate workflows.</a:t>
            </a:r>
          </a:p>
          <a:p>
            <a:pPr>
              <a:defRPr sz="1800"/>
            </a:pPr>
            <a:r>
              <a:t>Key tools: REST, Document, Business Object, Calculator.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Types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Answer Agents – Q&amp;A and guidance.</a:t>
            </a:r>
          </a:p>
          <a:p>
            <a:pPr>
              <a:defRPr sz="1800"/>
            </a:pPr>
            <a:r>
              <a:t>Action Agents – execute business tasks.</a:t>
            </a:r>
          </a:p>
          <a:p>
            <a:pPr>
              <a:defRPr sz="1800"/>
            </a:pPr>
            <a:r>
              <a:t>Workflow Agents – multi-step process automation.</a:t>
            </a:r>
          </a:p>
          <a:p>
            <a:pPr>
              <a:defRPr sz="1800"/>
            </a:pPr>
            <a:r>
              <a:t>Example: Time Assistant, Compensation Advisor.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HCM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Manager Agents: Compensation, Talent, Leave, Employment.</a:t>
            </a:r>
          </a:p>
          <a:p>
            <a:pPr>
              <a:defRPr sz="1800"/>
            </a:pPr>
            <a:r>
              <a:t>Worker Agents: Pay, Benefits, Leave.</a:t>
            </a:r>
          </a:p>
          <a:p>
            <a:pPr>
              <a:defRPr sz="1800"/>
            </a:pPr>
            <a:r>
              <a:t>Concierge Teams unify multiple specialists.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Redwood UX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Oracle’s modern UI layer enabling AI-driven personalization.</a:t>
            </a:r>
          </a:p>
          <a:p>
            <a:pPr>
              <a:defRPr sz="1800"/>
            </a:pPr>
            <a:r>
              <a:t>Streamlined, fast, and cross-device experience.</a:t>
            </a:r>
          </a:p>
          <a:p>
            <a:pPr>
              <a:defRPr sz="1800"/>
            </a:pPr>
            <a:r>
              <a:t>Design system integrated with Fusion data and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Extending Redwood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Express Mode – page-level personalization directly in app.</a:t>
            </a:r>
          </a:p>
          <a:p>
            <a:pPr>
              <a:defRPr sz="1800"/>
            </a:pPr>
            <a:r>
              <a:t>Advanced Mode – build full apps using VB Studio.</a:t>
            </a:r>
          </a:p>
          <a:p>
            <a:pPr>
              <a:defRPr sz="1800"/>
            </a:pPr>
            <a:r>
              <a:t>Create, test, and deploy extensions securely.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AI in Human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Oracle HCM infused with AI for recruiting, performance, and growth.</a:t>
            </a:r>
          </a:p>
          <a:p>
            <a:pPr>
              <a:defRPr sz="1800"/>
            </a:pPr>
            <a:r>
              <a:t>Automated goal setting, recognition, and performance feedback.</a:t>
            </a:r>
          </a:p>
          <a:p>
            <a:pPr>
              <a:defRPr sz="1800"/>
            </a:pPr>
            <a:r>
              <a:t>Enhanced candidate and employee experience.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Recruiting AI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Candidate Coach – personalized discovery.</a:t>
            </a:r>
          </a:p>
          <a:p>
            <a:pPr>
              <a:defRPr sz="1800"/>
            </a:pPr>
            <a:r>
              <a:t>Sourcing Agent – intelligent outreach.</a:t>
            </a:r>
          </a:p>
          <a:p>
            <a:pPr>
              <a:defRPr sz="1800"/>
            </a:pPr>
            <a:r>
              <a:t>Interview Agent – scheduling and feedback.</a:t>
            </a:r>
          </a:p>
          <a:p>
            <a:pPr>
              <a:defRPr sz="1800"/>
            </a:pPr>
            <a:r>
              <a:t>Hiring Agent – decision support and onboarding.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&lt;2 hours downtime per quarterly update.</a:t>
            </a:r>
          </a:p>
          <a:p>
            <a:pPr>
              <a:defRPr sz="1800"/>
            </a:pPr>
            <a:r>
              <a:t>29K+ updates across 65 regions.</a:t>
            </a:r>
          </a:p>
          <a:p>
            <a:pPr>
              <a:defRPr sz="1800"/>
            </a:pPr>
            <a:r>
              <a:t>AI-assisted testing, maintenance, and release automation.</a:t>
            </a:r>
          </a:p>
          <a:p>
            <a:pPr>
              <a:defRPr sz="1800"/>
            </a:pPr>
            <a:r>
              <a:t>Ensures continuous innovation and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Oracle’s Internal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activation = cultural shift, not tech upgrade.</a:t>
            </a:r>
          </a:p>
          <a:p>
            <a:pPr>
              <a:defRPr sz="1800"/>
            </a:pPr>
            <a:r>
              <a:t>Governance, compliance, and efficiency improved.</a:t>
            </a:r>
          </a:p>
          <a:p>
            <a:pPr>
              <a:defRPr sz="1800"/>
            </a:pPr>
            <a:r>
              <a:t>Thousands of hours saved annually with automation.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Key Takeaways for American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AI is embedded in Fusion.</a:t>
            </a:r>
          </a:p>
          <a:p>
            <a:pPr>
              <a:defRPr sz="1800"/>
            </a:pPr>
            <a:r>
              <a:t>2. Start small with prebuilt agents.</a:t>
            </a:r>
          </a:p>
          <a:p>
            <a:pPr>
              <a:defRPr sz="1800"/>
            </a:pPr>
            <a:r>
              <a:t>3. Partner with Oracle AI Co-Lab.</a:t>
            </a:r>
          </a:p>
          <a:p>
            <a:pPr>
              <a:defRPr sz="1800"/>
            </a:pPr>
            <a:r>
              <a:t>4. Use Redwood + VB Studio for agility.</a:t>
            </a:r>
          </a:p>
          <a:p>
            <a:pPr>
              <a:defRPr sz="1800"/>
            </a:pPr>
            <a:r>
              <a:t>5. Measure ROI via efficiency &amp; experience gains.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Engage Oracle to assess AI maturity.</a:t>
            </a:r>
          </a:p>
          <a:p>
            <a:pPr>
              <a:defRPr sz="1800"/>
            </a:pPr>
            <a:r>
              <a:t>Select pilot workflows for AI Agent Studio.</a:t>
            </a:r>
          </a:p>
          <a:p>
            <a:pPr>
              <a:defRPr sz="1800"/>
            </a:pPr>
            <a:r>
              <a:t>Plan for phased activation with quarterly innovations.</a:t>
            </a:r>
          </a:p>
          <a:p>
            <a:pPr>
              <a:defRPr sz="1800"/>
            </a:pPr>
            <a:r>
              <a:t>Empower teams through AI awareness and training.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C74634"/>
                </a:solidFill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Thank you!</a:t>
            </a:r>
          </a:p>
          <a:p>
            <a:pPr>
              <a:defRPr sz="1800"/>
            </a:pPr>
            <a:r>
              <a:t>Let’s discuss how these lessons can shape our AI roadmap at American Express.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