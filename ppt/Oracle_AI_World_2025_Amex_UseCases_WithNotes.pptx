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agent acts like a manager’s HR control center. It answers common questions about the team and can start actions such as promotions or reviews. The goal is to simplify decision-making and reduce time spent navigating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agent transforms employee service at Amex. It provides immediate answers to HR-related questions, reducing the dependency on human HR staff and improving overall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AI mentor helps employees plan their growth by recommending courses, mentors, and open roles. It enhances retention by aligning personal aspirations with company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compensation cycles, this assistant makes it easier for managers to review and approve pay adjustments. It ensures fairness and speeds up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agent is designed for recruiters. It finds candidates quickly using simple language, automates follow-ups, and helps recruiters focus on relationship-building instead of admin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agent helps employees discover new roles within Amex, encouraging internal career growth and reducing the need for external hires.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Performance Coach supports managers and employees by suggesting goals and feedback statements. It makes performance management proactive and continuous.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agent helps employees navigate large learning libraries. It personalizes training recommendations, ensuring employees get what’s most relevant for their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advisor ensures policy accuracy and compliance. Employees or HR can ask about any regulation, and the agent fetches verified information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assistant lets leaders ask for analytics insights in plain English, e.g., 'Show attrition trends for Q3.' It democratizes data and speeds up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Manager Concierge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Empowers managers with instant access to team data and actions.</a:t>
            </a:r>
          </a:p>
          <a:p>
            <a:pPr>
              <a:defRPr sz="1800"/>
            </a:pPr>
            <a:r>
              <a:t>Answers questions like 'Who’s up for review?' or 'Start a promotion for Alex.'</a:t>
            </a:r>
          </a:p>
          <a:p>
            <a:pPr>
              <a:defRPr sz="1800"/>
            </a:pPr>
            <a:r>
              <a:t>Connects Core HR, Talent, and Compensation in one workflow.</a:t>
            </a:r>
          </a:p>
          <a:p>
            <a:pPr>
              <a:defRPr sz="1800"/>
            </a:pPr>
            <a:r>
              <a:t>Cuts admin time ≈30%; ensures consistent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Employee Concierge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24/7 self-service assistant for HR inquiries.</a:t>
            </a:r>
          </a:p>
          <a:p>
            <a:pPr>
              <a:defRPr sz="1800"/>
            </a:pPr>
            <a:r>
              <a:t>Integrates with Absence, Payroll, and Benefits modules.</a:t>
            </a:r>
          </a:p>
          <a:p>
            <a:pPr>
              <a:defRPr sz="1800"/>
            </a:pPr>
            <a:r>
              <a:t>Delivers accurate, policy-aligned responses instantly.</a:t>
            </a:r>
          </a:p>
          <a:p>
            <a:pPr>
              <a:defRPr sz="1800"/>
            </a:pPr>
            <a:r>
              <a:t>Reduces HR help-desk volume by 40%.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Career &amp; Learning Coach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Analyzes employee skills and aspirations.</a:t>
            </a:r>
          </a:p>
          <a:p>
            <a:pPr>
              <a:defRPr sz="1800"/>
            </a:pPr>
            <a:r>
              <a:t>Suggests learning paths, mentors, and internal roles.</a:t>
            </a:r>
          </a:p>
          <a:p>
            <a:pPr>
              <a:defRPr sz="1800"/>
            </a:pPr>
            <a:r>
              <a:t>Uses data from Learning, Talent Profile, and Opportunity Marketplace.</a:t>
            </a:r>
          </a:p>
          <a:p>
            <a:pPr>
              <a:defRPr sz="1800"/>
            </a:pPr>
            <a:r>
              <a:t>Drives engagement and internal mobility.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Compensation Planning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Guides managers through merit and bonus cycles.</a:t>
            </a:r>
          </a:p>
          <a:p>
            <a:pPr>
              <a:defRPr sz="1800"/>
            </a:pPr>
            <a:r>
              <a:t>Provides total-compensation snapshots and eligibility checks.</a:t>
            </a:r>
          </a:p>
          <a:p>
            <a:pPr>
              <a:defRPr sz="1800"/>
            </a:pPr>
            <a:r>
              <a:t>Pulls data directly from Compensation Work Area.</a:t>
            </a:r>
          </a:p>
          <a:p>
            <a:pPr>
              <a:defRPr sz="1800"/>
            </a:pPr>
            <a:r>
              <a:t>Ensures accuracy and policy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Recruiting Sourcing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Uses natural language to find and engage candidates.</a:t>
            </a:r>
          </a:p>
          <a:p>
            <a:pPr>
              <a:defRPr sz="1800"/>
            </a:pPr>
            <a:r>
              <a:t>Automates outreach, scheduling, and feedback collection.</a:t>
            </a:r>
          </a:p>
          <a:p>
            <a:pPr>
              <a:defRPr sz="1800"/>
            </a:pPr>
            <a:r>
              <a:t>Provides candidate fit scores and summaries.</a:t>
            </a:r>
          </a:p>
          <a:p>
            <a:pPr>
              <a:defRPr sz="1800"/>
            </a:pPr>
            <a:r>
              <a:t>Accelerates time-to-fill by 25–40%.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Internal Mobility Discovery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Recommends internal roles matching employee skills.</a:t>
            </a:r>
          </a:p>
          <a:p>
            <a:pPr>
              <a:defRPr sz="1800"/>
            </a:pPr>
            <a:r>
              <a:t>Promotes transparency in career opportunities.</a:t>
            </a:r>
          </a:p>
          <a:p>
            <a:pPr>
              <a:defRPr sz="1800"/>
            </a:pPr>
            <a:r>
              <a:t>Integrates with Talent and Opportunity Marketplace.</a:t>
            </a:r>
          </a:p>
          <a:p>
            <a:pPr>
              <a:defRPr sz="1800"/>
            </a:pPr>
            <a:r>
              <a:t>Improves retention by enabling internal movement.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Performance &amp; Goals Coach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Suggests SMART goals and performance feedback.</a:t>
            </a:r>
          </a:p>
          <a:p>
            <a:pPr>
              <a:defRPr sz="1800"/>
            </a:pPr>
            <a:r>
              <a:t>Leverages past reviews and role data.</a:t>
            </a:r>
          </a:p>
          <a:p>
            <a:pPr>
              <a:defRPr sz="1800"/>
            </a:pPr>
            <a:r>
              <a:t>Promotes continuous performance conversations.</a:t>
            </a:r>
          </a:p>
          <a:p>
            <a:pPr>
              <a:defRPr sz="1800"/>
            </a:pPr>
            <a:r>
              <a:t>Increases goal clarity and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Learning Recommendation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Curates learning content based on skills and goals.</a:t>
            </a:r>
          </a:p>
          <a:p>
            <a:pPr>
              <a:defRPr sz="1800"/>
            </a:pPr>
            <a:r>
              <a:t>Summarizes key takeaways post-completion.</a:t>
            </a:r>
          </a:p>
          <a:p>
            <a:pPr>
              <a:defRPr sz="1800"/>
            </a:pPr>
            <a:r>
              <a:t>Encourages relevant, high-impact learning.</a:t>
            </a:r>
          </a:p>
          <a:p>
            <a:pPr>
              <a:defRPr sz="1800"/>
            </a:pPr>
            <a:r>
              <a:t>Increases employee participation in Learning 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Policy &amp; Compliance 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Answers HR policy and compliance questions.</a:t>
            </a:r>
          </a:p>
          <a:p>
            <a:pPr>
              <a:defRPr sz="1800"/>
            </a:pPr>
            <a:r>
              <a:t>Uses RAG to retrieve official documentation.</a:t>
            </a:r>
          </a:p>
          <a:p>
            <a:pPr>
              <a:defRPr sz="1800"/>
            </a:pPr>
            <a:r>
              <a:t>Provides location-specific regulatory guidance.</a:t>
            </a:r>
          </a:p>
          <a:p>
            <a:pPr>
              <a:defRPr sz="1800"/>
            </a:pPr>
            <a:r>
              <a:t>Ensures consistent and compliant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HR Operations Analytics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Enables natural-language queries to HCM Analytics.</a:t>
            </a:r>
          </a:p>
          <a:p>
            <a:pPr>
              <a:defRPr sz="1800"/>
            </a:pPr>
            <a:r>
              <a:t>Generates dashboards and reports on-demand.</a:t>
            </a:r>
          </a:p>
          <a:p>
            <a:pPr>
              <a:defRPr sz="1800"/>
            </a:pPr>
            <a:r>
              <a:t>Supports proactive workforce planning.</a:t>
            </a:r>
          </a:p>
          <a:p>
            <a:pPr>
              <a:defRPr sz="1800"/>
            </a:pPr>
            <a:r>
              <a:t>Empowers data-driven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