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Oracle AI World 2025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Key Learnings &amp; Opportunities for American Express</a:t>
            </a:r>
          </a:p>
          <a:p/>
          <a:p>
            <a:r>
              <a:t>Oracle AI World 2025 | San Francisco | Presented by American Express Leadership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Oracle’s AI Vision &amp; Momentum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AI built-in, not bolted on – Fusion AI embedded across ERP, HCM, SCM, CX.</a:t>
            </a:r>
          </a:p>
          <a:p>
            <a:r>
              <a:t>• 82K Oracle employees actively using Fusion AI features internally.</a:t>
            </a:r>
          </a:p>
          <a:p>
            <a:r>
              <a:t>• Over 150+ embedded AI features improving decision making, productivity, and customer experience.</a:t>
            </a:r>
          </a:p>
          <a:p>
            <a:r>
              <a:t>• Unified data model &amp; OCI foundation ensure security, scalability, and governance.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Oracle’s Journey to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2001 – ML introduced in Oracle Database</a:t>
            </a:r>
          </a:p>
          <a:p>
            <a:r>
              <a:t>• 2017 – First AI Apps released</a:t>
            </a:r>
          </a:p>
          <a:p>
            <a:r>
              <a:t>• 2023 – GenAI embedded in Fusion Apps</a:t>
            </a:r>
          </a:p>
          <a:p>
            <a:r>
              <a:t>• 2025 – AI Agents and Agent Studio for enterprise automation.</a:t>
            </a:r>
          </a:p>
          <a:p/>
          <a:p>
            <a:r>
              <a:t>Oracle has evolved from predictive AI to generative and agentic automation, unifying data, process, and experience.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Activation Framework – 6 Steps to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Set bold activation goals (100 features in 3 months)</a:t>
            </a:r>
          </a:p>
          <a:p>
            <a:r>
              <a:t>2. Partner tightly with Legal &amp; Security</a:t>
            </a:r>
          </a:p>
          <a:p>
            <a:r>
              <a:t>3. Curate documents for RAG agents</a:t>
            </a:r>
          </a:p>
          <a:p>
            <a:r>
              <a:t>4. Get AI into users’ hands</a:t>
            </a:r>
          </a:p>
          <a:p>
            <a:r>
              <a:t>5. Explore advanced use cases</a:t>
            </a:r>
          </a:p>
          <a:p>
            <a:r>
              <a:t>6. Fine-tune &amp; customize agents via Fusion AI Agent Studio.</a:t>
            </a:r>
          </a:p>
          <a:p/>
          <a:p>
            <a:r>
              <a:t>Result: 94 features activated within 3 months across Oracle.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AI in Fusion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Embedded AI: Delivered and maintained by Oracle, built into Fusion workflows.</a:t>
            </a:r>
          </a:p>
          <a:p>
            <a:r>
              <a:t>• Extensible AI: Customizable prompts, workflows, and LLM selection.</a:t>
            </a:r>
          </a:p>
          <a:p>
            <a:r>
              <a:t>• Features: Goal creation, performance feedback, supplier discovery, sourcing automation.</a:t>
            </a:r>
          </a:p>
          <a:p>
            <a:r>
              <a:t>• Use cases across workforce, finance, and supply chain automation.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Studio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Design, deploy, and manage enterprise AI agents.</a:t>
            </a:r>
          </a:p>
          <a:p>
            <a:r>
              <a:t>• Connect to Fusion and external systems via REST.</a:t>
            </a:r>
          </a:p>
          <a:p>
            <a:r>
              <a:t>• Tools include Document Tool, Business Object Tool, External REST Tool, Deep Link Tool, etc.</a:t>
            </a:r>
          </a:p>
          <a:p>
            <a:r>
              <a:t>• Prebuilt templates available for HR, Finance, Procurement, and Service domains.</a:t>
            </a:r>
          </a:p>
          <a:p>
            <a:r>
              <a:t>• Built in. Not bolted 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Delivered HCM AI Agents (25C–25D)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Manager Agents: Compensation Advisor, Talent Advisor, Leave &amp; Absence Analyst, Employment Details Assistant.</a:t>
            </a:r>
          </a:p>
          <a:p>
            <a:r>
              <a:t>• Worker Agents: Pay Analyst, Benefits Analyst, Leave Analyst.</a:t>
            </a:r>
          </a:p>
          <a:p>
            <a:r>
              <a:t>• Workflow Agents: Team Goals Assistant, Promotion Advisor, Time Assistant.</a:t>
            </a:r>
          </a:p>
          <a:p>
            <a:r>
              <a:t>• Concierge Agent Teams connect multiple specialists into a unified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Redwood UX &amp; Visual Builder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Redwood – Oracle’s next-gen user experience.</a:t>
            </a:r>
          </a:p>
          <a:p>
            <a:r>
              <a:t>• Express Mode: For HCM/SCM admins to personalize directly from pages.</a:t>
            </a:r>
          </a:p>
          <a:p>
            <a:r>
              <a:t>• Advanced Mode: Build new pages/apps and extend data with REST.</a:t>
            </a:r>
          </a:p>
          <a:p>
            <a:r>
              <a:t>• Visual Builder Studio – build, test, and deploy GenAI-enabled extensions securely.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Recruiting &amp; Candidate Experience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Candidate Coach – personalized job discovery and guidance.</a:t>
            </a:r>
          </a:p>
          <a:p>
            <a:r>
              <a:t>• Sourcing Agent – intelligent matching and outreach.</a:t>
            </a:r>
          </a:p>
          <a:p>
            <a:r>
              <a:t>• Interview Agent – scheduling, notes, feedback summaries.</a:t>
            </a:r>
          </a:p>
          <a:p>
            <a:r>
              <a:t>• Hiring Agent – decision support and onboarding automation.</a:t>
            </a:r>
          </a:p>
          <a:p>
            <a:r>
              <a:t>• AI transforms the entire recruiting journey into a guided, conversational experience.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Operational Excellence – Minimizing Downtime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29,000+ quarterly updates across 65 regions.</a:t>
            </a:r>
          </a:p>
          <a:p>
            <a:r>
              <a:t>• &lt;2 hours average downtime achieved in 25C.</a:t>
            </a:r>
          </a:p>
          <a:p>
            <a:r>
              <a:t>• Cohort-based release cycles ensure predictable updates.</a:t>
            </a:r>
          </a:p>
          <a:p>
            <a:r>
              <a:t>• AI assists in maintenance planning and readiness testing.</a:t>
            </a:r>
          </a:p>
          <a:p>
            <a:r>
              <a:t>• Quarterly updates deliver 400+ new features including AI Agents.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Oracle AI Activation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60K+ users of GenAI, 38K+ RAG users across Oracle.</a:t>
            </a:r>
          </a:p>
          <a:p>
            <a:r>
              <a:t>• 150+ AI features live in production.</a:t>
            </a:r>
          </a:p>
          <a:p>
            <a:r>
              <a:t>• Unified data model enabling trustworthy AI adoption.</a:t>
            </a:r>
          </a:p>
          <a:p>
            <a:r>
              <a:t>• Faster business cycles and reduced manual workload.</a:t>
            </a:r>
          </a:p>
          <a:p>
            <a:r>
              <a:t>• Demonstrated governance and compliance maturity.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Adoption Path for American Express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Conduct AI Maturity Assessment (Oracle AI Co-Lab)</a:t>
            </a:r>
          </a:p>
          <a:p>
            <a:r>
              <a:t>2. Identify top business workflows for GenAI enablement.</a:t>
            </a:r>
          </a:p>
          <a:p>
            <a:r>
              <a:t>3. Pilot AI Agent Studio for HR or Customer Operations.</a:t>
            </a:r>
          </a:p>
          <a:p>
            <a:r>
              <a:t>4. Extend Redwood UX with personalized GenAI prompts.</a:t>
            </a:r>
          </a:p>
          <a:p>
            <a:r>
              <a:t>5. Measure ROI – productivity, employee experience, and speed of innovation.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Thoughts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Oracle’s approach to AI delivers safe, embedded, and extensible intelligence.</a:t>
            </a:r>
          </a:p>
          <a:p>
            <a:r>
              <a:t>With built-in AI agents and Redwood extensibility, enterprises can automate, personalize, and innovate responsibly.</a:t>
            </a:r>
          </a:p>
          <a:p/>
          <a:p>
            <a:r>
              <a:t>American Express can leverage these insights to lead in AI-powered employee and customer experiences.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